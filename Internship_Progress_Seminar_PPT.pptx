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8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0" y="640080"/>
            <a:ext cx="6400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Progress Seminar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6400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Yeshwantrao Chavan College of Engineering, Nagpur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Engineering  |  Session: 2025–26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Progress Seminar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0" y="3200400"/>
            <a:ext cx="4572000" cy="1417320"/>
          </a:xfrm>
          <a:prstGeom prst="rect">
            <a:avLst/>
          </a:prstGeom>
          <a:noFill/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2377440" y="329184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 Narendra Atara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Roll No: 15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22070640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" y="969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Company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2435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Technology Solutions Pvt. Ltd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18888" y="969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CEO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8888" y="12435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 (CEO, Cognizant)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" y="19751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Address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" y="22494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Technology Solutions, Chennai / Nagpur, India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92024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09160" y="192024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18888" y="19751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Establishment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22494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292608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8328" y="29809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Person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" y="32552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Ashly M. Benny (Trainer / Supervisor)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09160" y="292608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18888" y="29809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Email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32552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ashly.bennym@cognizant.com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93192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28600" y="393192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8328" y="39867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" y="426110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 Offer Letter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93192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09160" y="393192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18888" y="39867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Internship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18888" y="426110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Based Internship (GenC QEA Program)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  —  January to February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ASSIGNED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 QEA Onboarding: Behavioural Bootcamp (Icebreaker Week) — Corporate Induction, Soft Skills Training, and Development Environment Setup.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8686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331720"/>
            <a:ext cx="8686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Attended Corporate Induction, Talent Manager Connect, Leader Talks, and Alumni sessions.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Understood GenC program structure, RAG Performance Health Status (PHS) system, and Flipped Classroom model.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up development environment: Eclipse IDE 2023-12, Azul JDK 17; navigated Tekstac platform.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Behavioural Training (ILT) on communication, teamwork, and corporate etiquette.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Began Core Java (Stage 1): OOP Concepts, Data Types, Constructors, Exception Handling, Collections Framework.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Java Code Challenges and ICT Assessment (Core Java Skill War); appeared for Stage 1 Mock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  —  February to March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ASSIGNED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Completion: SQL Language, Stage 1 Final Assessment. Stage 2 Start: Functional Testing, STLC, Agile/Scrum, JIRA Tool.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8686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331720"/>
            <a:ext cx="8686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SQL (DDL, DML, JOINs, Subqueries, Aggregate Functions); cleared SQL Code Challenge Assessments.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Appeared for Stage 1 Final Assessment (Core Java + SQL) — 3 SBA questions, 3 hours.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Learned SDLC/STLC phases, testing types (Black Box, White Box, Regression, Smoke, Sanity, E2E Testing).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Studied Agile/Scrum: Sprints, User Stories, Sprint Planning, Review and Retrospective ceremonies.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Hands-on with JIRA: Project setup, Backlog, Epics, Bug creation, writing Test Cases with Zephyr plugin.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Appeared for Functional Testing ICT Assessment; initiated Stage 2 Integrated Project (Agile deliverables).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  —  March to April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0624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ASSIGNED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Automation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Selenium architecture, locators, Dynamic XPath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WebDriver Actions, Waits (Implicit/Explicit/Fluent)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Object Model (POM) + Apache POI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Data-Driven Testing using Excel sheets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Framework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TestNG annotations, assertions, DataProvider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execution, XML/JSON data parsing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Extent Reports &amp; Listeners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Evaluation (Days 44–45)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1298448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Selenium WebDriver setup, advanced locators (CSS, XPath, Shadow DOM, Chained Locators).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POM framework with Page Factory; completed Apache POI Excel Read/Write operations.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Code Challenge Assessments for WebDriver Basics, Dynamic XPath, POM &amp; Apache POI.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TestNG: assertions, DataProviders, XML/JSON parsing, parallel execution, Extent Reports.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Attempted Selenium Mock ICT (Day 42) and Selenium ICT Assessment (Day 43).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Delivered Mini Project (individual) to BU SME for review.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Appeared for Interim Project Evaluation + Interim Technical Evaluation via video interview (Days 44–45).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Project deliverables: POM Framework, TestNG Suite, DataProviders, testng.xml submitted.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  —  April to May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ASSIGNED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 Design, DevOps (GIT/Maven/Jenkins/Grid), BDD Cucumber, API Automation (Postman &amp; REST Assured), Docker &amp; Containers, GenAI Code Assist, Hackathon Project, and Final Evaluation.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920240"/>
            <a:ext cx="8686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8686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304288"/>
            <a:ext cx="8321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Automation Framework: Designed Hybrid Framework (POM + Data-Driven + Keyword-Driven), Log4j logging, Extent/Allure Reports.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DevOps: Practiced GIT (clone, commit, push, merge), Maven project structure, Jenkins CI pipeline, Selenium Grid parallel execution.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BDD Cucumber: Wrote Feature files in Gherkin (Given-When-Then), Step Definitions; integrated Cucumber with Selenium framework.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Automation: Tested APIs with Postman (GET/POST/PUT/DELETE); automated with REST Assured (status codes, JSON/XML, auth methods).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Docker: Set up Dockerized Selenium Grid for consistent cross-environment test execution.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GenAI Code Assist: Used GitHub Copilot for AI-driven BDD generation, dynamic locator creation, and automation code suggestions.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Hackathon Project (Group): Delivered complete automation framework; Final Project Evaluation by BU SME (Days 63–65).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Appeared for Final Technical Evaluation + Final Project Evaluation via video interview (11–13 May 2026). Program completed.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—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Identify Courses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321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display all web development courses from coursera.org (or similar site) — filter for Beginners level, English language — and display the first two courses with Name, Total Learning Hours, and Rating.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359152"/>
            <a:ext cx="8686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3591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DESCRIPTION — 3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788920"/>
            <a:ext cx="868680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Web Development courses (Beginners, English). Extract course name, total learning hours, and rating for first 2 courses.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47472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" y="3520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Language Learning section. Extract all languages, different levels, with their total count and display them.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160520"/>
            <a:ext cx="868680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42062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→ For Enterprise → Courses for Campus. Fill 'Ready to Transform' form with one invalid input (e.g. invalid email). Capture and display the error message.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— Automation Scope &amp; 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062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AUTOMATION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335024"/>
            <a:ext cx="3977640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Handling different browser windows and search functionality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 multiple dropdown list items and store in Java Collections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Navigating back to home page (browser navigation)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Filling web forms with multiple input field types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and validate warning/error messages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Scrolling down in web pages using JavaScript Executor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Applying Dynamic XPath for dynamic web elements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Screenshot capture on test failure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12984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(Core Java + OOP)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18488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28032" y="16550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Tool: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4.15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975104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28032" y="20116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with testng.xml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28032" y="23682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688336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27249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 (Excel)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44952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28032" y="3081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+ Gherkin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401568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28032" y="34381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758184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28032" y="3794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4114800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28032" y="4151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Reports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4471416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28032" y="45079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 2023-12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— Framework Architecture &amp; 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01752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Framework 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27432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54864" cy="36393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8328" y="1335024"/>
            <a:ext cx="2523744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pages/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HomePage.java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CoursePage.java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FormPage.java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utils/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ExcelUtils.java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ScreenshotUtils.java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tests/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runner/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6120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Automation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261872"/>
            <a:ext cx="27432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72968" y="1261872"/>
            <a:ext cx="54864" cy="36393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82696" y="1335024"/>
            <a:ext cx="2523744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Multi-window handling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Dynamic XPath locators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Dropdown extraction to List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Form submission &amp; error capture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Scroll via JS Executor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Home page navigation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Apache POI data-driven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Extent Report generation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Screenshot on failure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Cucumber BDD scenarios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914400"/>
            <a:ext cx="27432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90488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17336" y="1261872"/>
            <a:ext cx="27432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17336" y="1261872"/>
            <a:ext cx="54864" cy="36393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27064" y="1335024"/>
            <a:ext cx="2523744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Launch Browser (Chrome)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Navigate to coursera.org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Task 1: Search → Filter → Extract 2 courses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Task 2: Language Learning → Extract all levels + counts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Task 3: Enterprise → Campus form → Invalid email → Capture error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Generate Extent 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Jenkins CI triggers on commit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Results published via Maven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Program Completion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22376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42062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9692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Core Java &amp; 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Concepts, Collections, Exception Handling, JDBC, SQL DDL/DML/JOINs/Subqueries. Built solid foundation for enterprise Java development.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3268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932688"/>
            <a:ext cx="4206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9692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Selenium &amp; Testing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353312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WebDriver, POM, Apache POI, TestNG, BDD Cucumber, REST Assured API automation, DevOps with Jenkins &amp; Docker.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94436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2944368"/>
            <a:ext cx="4206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9809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Skills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364992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complete Hybrid Automation Framework. Applied Agile/Scrum via JIRA. Delivered Mini Project (individual) and Hackathon Project (group).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94436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E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09160" y="2944368"/>
            <a:ext cx="4206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29809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Industry Tools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364992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GitHub Copilot for AI-assisted automation. Learned CI/CD with Jenkins, GIT version control, Maven build lifecycle, and Docker containerization.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5486400" cy="2560320"/>
          </a:xfrm>
          <a:prstGeom prst="rect">
            <a:avLst/>
          </a:prstGeom>
          <a:noFill/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828800" y="1463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2395728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 Narendra Atara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 QEA — Quality Engineer with Selenium Automation (v3)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Technology Solutions  | 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1503</Words>
  <Application>Microsoft Office PowerPoint</Application>
  <PresentationFormat>On-screen Show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Atara, Khushi Narendra (Contractor)</cp:lastModifiedBy>
  <cp:revision>2</cp:revision>
  <dcterms:created xsi:type="dcterms:W3CDTF">2026-04-24T09:44:18Z</dcterms:created>
  <dcterms:modified xsi:type="dcterms:W3CDTF">2026-04-24T09:50:13Z</dcterms:modified>
</cp:coreProperties>
</file>